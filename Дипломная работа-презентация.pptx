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-16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17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06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0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21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72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53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17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11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98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39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04AF6-5D16-475C-A233-FDE20F505FE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99DFB-82DB-4005-B4E0-24C52553C5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91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drygka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052736"/>
            <a:ext cx="8136904" cy="1470025"/>
          </a:xfrm>
        </p:spPr>
        <p:txBody>
          <a:bodyPr/>
          <a:lstStyle/>
          <a:p>
            <a:r>
              <a:rPr lang="ru-RU" dirty="0" smtClean="0"/>
              <a:t>Дипломная работа-презентация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3886200"/>
            <a:ext cx="8280920" cy="1752600"/>
          </a:xfrm>
        </p:spPr>
        <p:txBody>
          <a:bodyPr/>
          <a:lstStyle/>
          <a:p>
            <a:r>
              <a:rPr lang="ru-RU" sz="2400" dirty="0" smtClean="0"/>
              <a:t>Тестирование </a:t>
            </a:r>
            <a:r>
              <a:rPr lang="en-US" sz="2400" dirty="0" smtClean="0"/>
              <a:t>WEB-</a:t>
            </a:r>
            <a:r>
              <a:rPr lang="ru-RU" sz="2400" dirty="0" smtClean="0"/>
              <a:t>сайта (интернет-магазина «Подружка»)</a:t>
            </a:r>
          </a:p>
          <a:p>
            <a:r>
              <a:rPr lang="en-US" dirty="0" smtClean="0"/>
              <a:t>https://www.podrygka.ru/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004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Немного о себе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 smtClean="0"/>
              <a:t>Добрый день!</a:t>
            </a:r>
          </a:p>
          <a:p>
            <a:pPr marL="0" indent="0">
              <a:buNone/>
            </a:pPr>
            <a:r>
              <a:rPr lang="ru-RU" dirty="0" smtClean="0"/>
              <a:t>Меня зовут Елена.</a:t>
            </a:r>
          </a:p>
          <a:p>
            <a:pPr marL="0" indent="0">
              <a:buNone/>
            </a:pPr>
            <a:r>
              <a:rPr lang="ru-RU" dirty="0" smtClean="0"/>
              <a:t>С момента поступления в колледж на специальность "Юриспруденция" я активно искала свое призвание в профессии. Несмотря на то, что по настоянию родителей я получила образование юриста в колледже и академии, меня всегда привлекала сфера IT. Работа юристом оказалась мне неинтересной.</a:t>
            </a:r>
          </a:p>
          <a:p>
            <a:pPr marL="0" indent="0">
              <a:buNone/>
            </a:pPr>
            <a:r>
              <a:rPr lang="ru-RU" dirty="0" smtClean="0"/>
              <a:t>После академии я начала карьеру в смежной области – документообороте, где мои юридические знания пригодились лишь частично. Сейчас я занимаюсь договорами, но даже в рутинных задачах, таких как заведение оплат или решение возникающих ошибок в приложениях, я чувствую сильное желание разобраться глубже: понять причины сбоев, найти решения и изучить внутреннюю механику процессов.</a:t>
            </a:r>
          </a:p>
          <a:p>
            <a:pPr marL="0" indent="0">
              <a:buNone/>
            </a:pPr>
            <a:r>
              <a:rPr lang="ru-RU" dirty="0" smtClean="0"/>
              <a:t>Чем дольше я работаю в своей текущей сфере, в которой есть, конечно, и свои положительные стороны, тем яснее понимаю: пора сделать решительный шаг и погрузиться в область, которая меня по-настоящему увлекает.</a:t>
            </a:r>
          </a:p>
          <a:p>
            <a:pPr marL="0" indent="0">
              <a:buNone/>
            </a:pPr>
            <a:r>
              <a:rPr lang="ru-RU" dirty="0" smtClean="0"/>
              <a:t>Выбор IT, и в частности позиции </a:t>
            </a:r>
            <a:r>
              <a:rPr lang="ru-RU" dirty="0" err="1" smtClean="0"/>
              <a:t>тестировщика</a:t>
            </a:r>
            <a:r>
              <a:rPr lang="ru-RU" dirty="0" smtClean="0"/>
              <a:t>, обусловлен несколькими ключевыми факторами:</a:t>
            </a:r>
          </a:p>
          <a:p>
            <a:r>
              <a:rPr lang="ru-RU" b="1" dirty="0" smtClean="0"/>
              <a:t>Гибкость и самостоятельность:</a:t>
            </a:r>
            <a:r>
              <a:rPr lang="ru-RU" dirty="0" smtClean="0"/>
              <a:t> Удаленный формат работы и возможность самостоятельно выстраивать свой рабочий день – это для меня первостепенно.</a:t>
            </a:r>
          </a:p>
          <a:p>
            <a:r>
              <a:rPr lang="ru-RU" b="1" dirty="0" smtClean="0"/>
              <a:t>Погружение в IT:</a:t>
            </a:r>
            <a:r>
              <a:rPr lang="ru-RU" dirty="0" smtClean="0"/>
              <a:t> в позиции </a:t>
            </a:r>
            <a:r>
              <a:rPr lang="ru-RU" dirty="0" err="1" smtClean="0"/>
              <a:t>тестировщика</a:t>
            </a:r>
            <a:r>
              <a:rPr lang="ru-RU" dirty="0" smtClean="0"/>
              <a:t> я хочу попасть в IT-среду, понять, как функционируют продукты изнутри, получить практические навыки и оценить, смогу ли я успешно работать в новой команде.</a:t>
            </a:r>
          </a:p>
          <a:p>
            <a:r>
              <a:rPr lang="ru-RU" b="1" dirty="0" smtClean="0"/>
              <a:t>Развитие и карьерные перспективы:</a:t>
            </a:r>
            <a:r>
              <a:rPr lang="ru-RU" dirty="0" smtClean="0"/>
              <a:t> в IT есть широкие возможности для смены направлений и постоянного роста. Появление новых инструментов и перспективы как горизонтального, так и вертикального развития – это важно, иначе работа становится для меня скучной. </a:t>
            </a:r>
          </a:p>
          <a:p>
            <a:pPr marL="0" indent="0">
              <a:buNone/>
            </a:pPr>
            <a:r>
              <a:rPr lang="ru-RU" dirty="0" smtClean="0"/>
              <a:t>Для демонстрации своих знаний и навыков, полученных на курсе, я выбрала веб-сайт интернет-магазина "Подружка". </a:t>
            </a:r>
          </a:p>
          <a:p>
            <a:pPr marL="0" indent="0">
              <a:buNone/>
            </a:pPr>
            <a:r>
              <a:rPr lang="ru-RU" dirty="0" smtClean="0"/>
              <a:t>Позвольте представить мою работу.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084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Тест-план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200" dirty="0" smtClean="0"/>
              <a:t>Объект тестирования - </a:t>
            </a:r>
            <a:r>
              <a:rPr lang="ru-RU" sz="1200" dirty="0"/>
              <a:t>в</a:t>
            </a:r>
            <a:r>
              <a:rPr lang="ru-RU" sz="1200" dirty="0" smtClean="0"/>
              <a:t>еб-сайт </a:t>
            </a:r>
            <a:r>
              <a:rPr lang="ru-RU" sz="1200" dirty="0"/>
              <a:t>интернет-магазина </a:t>
            </a:r>
            <a:r>
              <a:rPr lang="ru-RU" sz="1200" dirty="0">
                <a:hlinkClick r:id="rId2"/>
              </a:rPr>
              <a:t>https://</a:t>
            </a:r>
            <a:r>
              <a:rPr lang="ru-RU" sz="1200" dirty="0" smtClean="0">
                <a:hlinkClick r:id="rId2"/>
              </a:rPr>
              <a:t>www.podrygka.ru</a:t>
            </a:r>
            <a:endParaRPr lang="ru-RU" sz="1200" dirty="0" smtClean="0"/>
          </a:p>
          <a:p>
            <a:pPr marL="0" indent="0">
              <a:buNone/>
            </a:pPr>
            <a:r>
              <a:rPr lang="ru-RU" sz="1200" dirty="0" smtClean="0"/>
              <a:t>Цель тестирования  - обеспечение </a:t>
            </a:r>
            <a:r>
              <a:rPr lang="ru-RU" sz="1200" dirty="0"/>
              <a:t>стабильной </a:t>
            </a:r>
            <a:r>
              <a:rPr lang="ru-RU" sz="1200" dirty="0" smtClean="0"/>
              <a:t>работы ПО (главная цель), </a:t>
            </a:r>
            <a:r>
              <a:rPr lang="ru-RU" sz="1200" dirty="0"/>
              <a:t>п</a:t>
            </a:r>
            <a:r>
              <a:rPr lang="ru-RU" sz="1200" dirty="0" smtClean="0"/>
              <a:t>роверка </a:t>
            </a:r>
            <a:r>
              <a:rPr lang="ru-RU" sz="1200" dirty="0"/>
              <a:t>функциональности, удобства использования (UX), совместимости и безопасности </a:t>
            </a:r>
            <a:r>
              <a:rPr lang="ru-RU" sz="1200" dirty="0" smtClean="0"/>
              <a:t>и удобство взаимодействия </a:t>
            </a:r>
            <a:r>
              <a:rPr lang="ru-RU" sz="1200" dirty="0"/>
              <a:t>пользователя с сайтом</a:t>
            </a:r>
            <a:r>
              <a:rPr lang="ru-RU" sz="1200" dirty="0" smtClean="0"/>
              <a:t>.</a:t>
            </a:r>
          </a:p>
          <a:p>
            <a:pPr marL="0" indent="0">
              <a:buNone/>
            </a:pPr>
            <a:r>
              <a:rPr lang="ru-RU" sz="1200" b="1" dirty="0" smtClean="0"/>
              <a:t>Область тестирования </a:t>
            </a:r>
            <a:endParaRPr lang="ru-RU" sz="1200" dirty="0"/>
          </a:p>
          <a:p>
            <a:r>
              <a:rPr lang="ru-RU" sz="1200" dirty="0" smtClean="0"/>
              <a:t>Главная </a:t>
            </a:r>
            <a:r>
              <a:rPr lang="ru-RU" sz="1200" dirty="0"/>
              <a:t>страница, навигация, каталог </a:t>
            </a:r>
            <a:r>
              <a:rPr lang="ru-RU" sz="1200" dirty="0" smtClean="0"/>
              <a:t>товаров;</a:t>
            </a:r>
          </a:p>
          <a:p>
            <a:r>
              <a:rPr lang="ru-RU" sz="1200" dirty="0"/>
              <a:t>Личный кабинет (регистрация, авторизация, история </a:t>
            </a:r>
            <a:r>
              <a:rPr lang="ru-RU" sz="1200" dirty="0" smtClean="0"/>
              <a:t>заказов);</a:t>
            </a:r>
          </a:p>
          <a:p>
            <a:pPr lvl="0"/>
            <a:r>
              <a:rPr lang="ru-RU" sz="1200" dirty="0">
                <a:solidFill>
                  <a:prstClr val="black"/>
                </a:solidFill>
              </a:rPr>
              <a:t>Карточка товара (выбор объема, цвета, добавление в корзину).</a:t>
            </a:r>
          </a:p>
          <a:p>
            <a:r>
              <a:rPr lang="ru-RU" sz="1200" dirty="0" smtClean="0"/>
              <a:t>Поиск </a:t>
            </a:r>
            <a:r>
              <a:rPr lang="ru-RU" sz="1200" dirty="0"/>
              <a:t>и фильтрация </a:t>
            </a:r>
            <a:r>
              <a:rPr lang="ru-RU" sz="1200" dirty="0" smtClean="0"/>
              <a:t>товаров;</a:t>
            </a:r>
            <a:endParaRPr lang="ru-RU" sz="1200" dirty="0"/>
          </a:p>
          <a:p>
            <a:r>
              <a:rPr lang="ru-RU" sz="1200" dirty="0" smtClean="0"/>
              <a:t>Корзина </a:t>
            </a:r>
            <a:r>
              <a:rPr lang="ru-RU" sz="1200" dirty="0"/>
              <a:t>и оформление заказа (</a:t>
            </a:r>
            <a:r>
              <a:rPr lang="ru-RU" sz="1200" dirty="0" err="1"/>
              <a:t>Checkout</a:t>
            </a:r>
            <a:r>
              <a:rPr lang="ru-RU" sz="1200" dirty="0" smtClean="0"/>
              <a:t>);</a:t>
            </a:r>
            <a:endParaRPr lang="ru-RU" sz="1200" dirty="0"/>
          </a:p>
          <a:p>
            <a:r>
              <a:rPr lang="ru-RU" sz="1200" dirty="0"/>
              <a:t>П</a:t>
            </a:r>
            <a:r>
              <a:rPr lang="ru-RU" sz="1200" dirty="0" smtClean="0"/>
              <a:t>рименение </a:t>
            </a:r>
            <a:r>
              <a:rPr lang="ru-RU" sz="1200" dirty="0" err="1" smtClean="0"/>
              <a:t>промокодов</a:t>
            </a:r>
            <a:r>
              <a:rPr lang="ru-RU" sz="1200" dirty="0"/>
              <a:t>;</a:t>
            </a:r>
          </a:p>
          <a:p>
            <a:r>
              <a:rPr lang="ru-RU" sz="1200" dirty="0"/>
              <a:t>Выбор города и отображение наличия в магазинах.</a:t>
            </a:r>
          </a:p>
          <a:p>
            <a:r>
              <a:rPr lang="ru-RU" sz="1200" dirty="0"/>
              <a:t>Адаптивность </a:t>
            </a:r>
            <a:r>
              <a:rPr lang="ru-RU" sz="1200" dirty="0" smtClean="0"/>
              <a:t>(проверка работы в мобильной версии).</a:t>
            </a:r>
          </a:p>
          <a:p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Стратегия </a:t>
            </a:r>
            <a:r>
              <a:rPr lang="ru-RU" sz="1200" b="1" dirty="0" smtClean="0"/>
              <a:t>тестирования </a:t>
            </a:r>
            <a:endParaRPr lang="ru-RU" sz="1200" b="1" dirty="0"/>
          </a:p>
          <a:p>
            <a:r>
              <a:rPr lang="ru-RU" sz="1200" dirty="0"/>
              <a:t>Функциональное </a:t>
            </a:r>
            <a:r>
              <a:rPr lang="ru-RU" sz="1200" dirty="0" smtClean="0"/>
              <a:t>тестирование (проверка </a:t>
            </a:r>
            <a:r>
              <a:rPr lang="ru-RU" sz="1200" dirty="0"/>
              <a:t>соответствия </a:t>
            </a:r>
            <a:r>
              <a:rPr lang="ru-RU" sz="1200" dirty="0" smtClean="0"/>
              <a:t>требованиям);</a:t>
            </a:r>
            <a:endParaRPr lang="ru-RU" sz="1200" dirty="0"/>
          </a:p>
          <a:p>
            <a:r>
              <a:rPr lang="ru-RU" sz="1200" dirty="0"/>
              <a:t>UI/UX </a:t>
            </a:r>
            <a:r>
              <a:rPr lang="ru-RU" sz="1200" dirty="0" smtClean="0"/>
              <a:t>тестирование (проверка читаемости</a:t>
            </a:r>
            <a:r>
              <a:rPr lang="ru-RU" sz="1200" dirty="0"/>
              <a:t>, удобства </a:t>
            </a:r>
            <a:r>
              <a:rPr lang="ru-RU" sz="1200" dirty="0" smtClean="0"/>
              <a:t>использования);</a:t>
            </a:r>
            <a:endParaRPr lang="ru-RU" sz="1200" dirty="0"/>
          </a:p>
          <a:p>
            <a:r>
              <a:rPr lang="ru-RU" sz="1200" dirty="0" err="1"/>
              <a:t>Кроссбраузерное</a:t>
            </a:r>
            <a:r>
              <a:rPr lang="ru-RU" sz="1200" dirty="0"/>
              <a:t> </a:t>
            </a:r>
            <a:r>
              <a:rPr lang="ru-RU" sz="1200" dirty="0" smtClean="0"/>
              <a:t>тестирование </a:t>
            </a:r>
            <a:r>
              <a:rPr lang="ru-RU" sz="1200" dirty="0"/>
              <a:t> </a:t>
            </a:r>
            <a:r>
              <a:rPr lang="ru-RU" sz="1200" dirty="0" smtClean="0"/>
              <a:t>(в браузерах </a:t>
            </a:r>
            <a:r>
              <a:rPr lang="ru-RU" sz="1200" dirty="0" err="1" smtClean="0"/>
              <a:t>Chrome</a:t>
            </a:r>
            <a:r>
              <a:rPr lang="ru-RU" sz="1200" dirty="0"/>
              <a:t>, </a:t>
            </a:r>
            <a:r>
              <a:rPr lang="ru-RU" sz="1200" dirty="0" err="1"/>
              <a:t>Firefox</a:t>
            </a:r>
            <a:r>
              <a:rPr lang="ru-RU" sz="1200" dirty="0"/>
              <a:t>, </a:t>
            </a:r>
            <a:r>
              <a:rPr lang="ru-RU" sz="1200" dirty="0" err="1" smtClean="0"/>
              <a:t>Edge</a:t>
            </a:r>
            <a:r>
              <a:rPr lang="ru-RU" sz="1200" dirty="0" smtClean="0"/>
              <a:t>);</a:t>
            </a:r>
            <a:endParaRPr lang="ru-RU" sz="1200" dirty="0"/>
          </a:p>
          <a:p>
            <a:r>
              <a:rPr lang="ru-RU" sz="1200" dirty="0"/>
              <a:t>Тестирование совместимости (</a:t>
            </a:r>
            <a:r>
              <a:rPr lang="ru-RU" sz="1200" dirty="0" err="1" smtClean="0"/>
              <a:t>Desktop</a:t>
            </a:r>
            <a:r>
              <a:rPr lang="ru-RU" sz="1200" dirty="0"/>
              <a:t>, </a:t>
            </a:r>
            <a:r>
              <a:rPr lang="ru-RU" sz="1200" dirty="0" err="1" smtClean="0"/>
              <a:t>Mobile</a:t>
            </a:r>
            <a:r>
              <a:rPr lang="ru-RU" sz="1200" dirty="0" smtClean="0"/>
              <a:t> ( </a:t>
            </a:r>
            <a:r>
              <a:rPr lang="ru-RU" sz="1200" dirty="0" err="1"/>
              <a:t>Android</a:t>
            </a:r>
            <a:r>
              <a:rPr lang="ru-RU" sz="1200" dirty="0" smtClean="0"/>
              <a:t>)).</a:t>
            </a:r>
            <a:endParaRPr lang="ru-RU" sz="1200" dirty="0"/>
          </a:p>
          <a:p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Риски</a:t>
            </a:r>
          </a:p>
          <a:p>
            <a:r>
              <a:rPr lang="ru-RU" sz="1200" dirty="0"/>
              <a:t>Некорректное отображение остатков </a:t>
            </a:r>
            <a:r>
              <a:rPr lang="ru-RU" sz="1200" dirty="0" smtClean="0"/>
              <a:t>товаров;</a:t>
            </a:r>
            <a:endParaRPr lang="ru-RU" sz="1200" dirty="0"/>
          </a:p>
          <a:p>
            <a:r>
              <a:rPr lang="ru-RU" sz="1200" dirty="0"/>
              <a:t>Ошибки при применении </a:t>
            </a:r>
            <a:r>
              <a:rPr lang="ru-RU" sz="1200" dirty="0" err="1" smtClean="0"/>
              <a:t>промокодов</a:t>
            </a:r>
            <a:r>
              <a:rPr lang="ru-RU" sz="1200" dirty="0" smtClean="0"/>
              <a:t> (если используется несколько);</a:t>
            </a:r>
            <a:endParaRPr lang="ru-RU" sz="1200" dirty="0"/>
          </a:p>
          <a:p>
            <a:r>
              <a:rPr lang="ru-RU" sz="1200" dirty="0" smtClean="0"/>
              <a:t>Проблемы </a:t>
            </a:r>
            <a:r>
              <a:rPr lang="ru-RU" sz="1200" dirty="0"/>
              <a:t>с </a:t>
            </a:r>
            <a:r>
              <a:rPr lang="ru-RU" sz="1200" dirty="0" err="1" smtClean="0"/>
              <a:t>гео</a:t>
            </a:r>
            <a:r>
              <a:rPr lang="ru-RU" sz="1200" dirty="0" smtClean="0"/>
              <a:t>-локацией.</a:t>
            </a:r>
          </a:p>
          <a:p>
            <a:r>
              <a:rPr lang="ru-RU" sz="1200" dirty="0" smtClean="0"/>
              <a:t>Изменение акций </a:t>
            </a:r>
          </a:p>
          <a:p>
            <a:endParaRPr lang="ru-RU" sz="1200" dirty="0"/>
          </a:p>
          <a:p>
            <a:pPr marL="0" indent="0">
              <a:buNone/>
            </a:pPr>
            <a:r>
              <a:rPr lang="ru-RU" sz="1200" b="1" dirty="0"/>
              <a:t>Подходы к </a:t>
            </a:r>
            <a:r>
              <a:rPr lang="ru-RU" sz="1200" b="1" dirty="0" smtClean="0"/>
              <a:t>тестированию</a:t>
            </a:r>
          </a:p>
          <a:p>
            <a:r>
              <a:rPr lang="ru-RU" sz="1200" dirty="0" smtClean="0"/>
              <a:t>Ручное тестировани</a:t>
            </a:r>
            <a:r>
              <a:rPr lang="ru-RU" sz="1200" dirty="0"/>
              <a:t>е</a:t>
            </a:r>
          </a:p>
          <a:p>
            <a:r>
              <a:rPr lang="ru-RU" sz="1200" dirty="0"/>
              <a:t>Автоматизированное тестирование 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36630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2200" dirty="0" smtClean="0"/>
              <a:t>Чек-лист</a:t>
            </a:r>
            <a:endParaRPr lang="ru-RU" sz="2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Главная страница</a:t>
            </a:r>
          </a:p>
          <a:p>
            <a:r>
              <a:rPr lang="ru-RU" dirty="0" smtClean="0"/>
              <a:t>Отображение </a:t>
            </a:r>
            <a:r>
              <a:rPr lang="ru-RU" dirty="0"/>
              <a:t>иконок входа, корзины, </a:t>
            </a:r>
            <a:r>
              <a:rPr lang="ru-RU" dirty="0" smtClean="0"/>
              <a:t>избранного, выбора города;</a:t>
            </a:r>
            <a:endParaRPr lang="ru-RU" dirty="0" smtClean="0"/>
          </a:p>
          <a:p>
            <a:r>
              <a:rPr lang="ru-RU" dirty="0"/>
              <a:t>Работа строки поиска (иконка лупы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Отображение баннеров текущих акций </a:t>
            </a:r>
            <a:r>
              <a:rPr lang="ru-RU" dirty="0" smtClean="0"/>
              <a:t>(актуальность дат </a:t>
            </a:r>
            <a:r>
              <a:rPr lang="ru-RU" dirty="0"/>
              <a:t>и </a:t>
            </a:r>
            <a:r>
              <a:rPr lang="ru-RU" dirty="0" err="1"/>
              <a:t>промокодов</a:t>
            </a:r>
            <a:r>
              <a:rPr lang="ru-RU" dirty="0"/>
              <a:t>).</a:t>
            </a:r>
          </a:p>
          <a:p>
            <a:r>
              <a:rPr lang="ru-RU" dirty="0"/>
              <a:t>Работа меню </a:t>
            </a:r>
            <a:r>
              <a:rPr lang="ru-RU" dirty="0" smtClean="0"/>
              <a:t>категорий;</a:t>
            </a:r>
          </a:p>
          <a:p>
            <a:r>
              <a:rPr lang="ru-RU" dirty="0" smtClean="0"/>
              <a:t>Переключатель </a:t>
            </a:r>
            <a:r>
              <a:rPr lang="ru-RU" dirty="0"/>
              <a:t>выбора города </a:t>
            </a:r>
            <a:r>
              <a:rPr lang="ru-RU" dirty="0" smtClean="0"/>
              <a:t>;</a:t>
            </a:r>
          </a:p>
          <a:p>
            <a:r>
              <a:rPr lang="ru-RU" dirty="0" smtClean="0"/>
              <a:t>Корректность </a:t>
            </a:r>
            <a:r>
              <a:rPr lang="ru-RU" dirty="0"/>
              <a:t>футера (контакты, ссылки на </a:t>
            </a:r>
            <a:r>
              <a:rPr lang="ru-RU" dirty="0" smtClean="0"/>
              <a:t>соц. сети</a:t>
            </a:r>
            <a:r>
              <a:rPr lang="ru-RU" dirty="0"/>
              <a:t>, </a:t>
            </a:r>
            <a:r>
              <a:rPr lang="ru-RU" dirty="0" smtClean="0"/>
              <a:t>карта сайта, ссылки на скачивание приложений).</a:t>
            </a:r>
          </a:p>
          <a:p>
            <a:pPr marL="0" indent="0">
              <a:buNone/>
            </a:pPr>
            <a:r>
              <a:rPr lang="ru-RU" b="1" dirty="0"/>
              <a:t>Личный кабинет</a:t>
            </a:r>
          </a:p>
          <a:p>
            <a:r>
              <a:rPr lang="ru-RU" dirty="0"/>
              <a:t>Регистрация </a:t>
            </a:r>
            <a:r>
              <a:rPr lang="ru-RU" dirty="0" smtClean="0"/>
              <a:t>по e-</a:t>
            </a:r>
            <a:r>
              <a:rPr lang="ru-RU" dirty="0" err="1" smtClean="0"/>
              <a:t>mail</a:t>
            </a:r>
            <a:r>
              <a:rPr lang="ru-RU" dirty="0"/>
              <a:t>, </a:t>
            </a:r>
            <a:r>
              <a:rPr lang="ru-RU" dirty="0" smtClean="0"/>
              <a:t>регистрация через соц. сети);</a:t>
            </a:r>
            <a:endParaRPr lang="ru-RU" dirty="0"/>
          </a:p>
          <a:p>
            <a:r>
              <a:rPr lang="ru-RU" dirty="0"/>
              <a:t>Авторизация </a:t>
            </a:r>
            <a:r>
              <a:rPr lang="ru-RU" dirty="0" smtClean="0"/>
              <a:t>и восстановление пароля;</a:t>
            </a:r>
            <a:endParaRPr lang="ru-RU" dirty="0"/>
          </a:p>
          <a:p>
            <a:r>
              <a:rPr lang="ru-RU" dirty="0" smtClean="0"/>
              <a:t>История </a:t>
            </a:r>
            <a:r>
              <a:rPr lang="ru-RU" dirty="0"/>
              <a:t>заказов (статусы, повтор заказа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Редактирование профиля и адресов </a:t>
            </a:r>
            <a:r>
              <a:rPr lang="ru-RU" dirty="0" smtClean="0"/>
              <a:t>доставки;</a:t>
            </a:r>
            <a:endParaRPr lang="ru-RU" dirty="0"/>
          </a:p>
          <a:p>
            <a:r>
              <a:rPr lang="ru-RU" dirty="0"/>
              <a:t>Раздел "Избранное</a:t>
            </a:r>
            <a:r>
              <a:rPr lang="ru-RU" dirty="0" smtClean="0"/>
              <a:t>".</a:t>
            </a:r>
          </a:p>
          <a:p>
            <a:pPr marL="0" indent="0">
              <a:buNone/>
            </a:pPr>
            <a:r>
              <a:rPr lang="ru-RU" b="1" dirty="0" smtClean="0"/>
              <a:t> </a:t>
            </a:r>
            <a:r>
              <a:rPr lang="ru-RU" b="1" dirty="0"/>
              <a:t>Каталог и Поиск</a:t>
            </a:r>
          </a:p>
          <a:p>
            <a:r>
              <a:rPr lang="ru-RU" dirty="0"/>
              <a:t>Поиск по названию товара (находит точное совпадение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Поиск по </a:t>
            </a:r>
            <a:r>
              <a:rPr lang="ru-RU" dirty="0" smtClean="0"/>
              <a:t>бренду, по типу товара;</a:t>
            </a:r>
            <a:endParaRPr lang="ru-RU" dirty="0"/>
          </a:p>
          <a:p>
            <a:r>
              <a:rPr lang="ru-RU" dirty="0"/>
              <a:t>Работа фильтров: </a:t>
            </a:r>
            <a:r>
              <a:rPr lang="ru-RU" dirty="0" smtClean="0"/>
              <a:t>цена , бренд</a:t>
            </a:r>
            <a:r>
              <a:rPr lang="ru-RU" dirty="0"/>
              <a:t>, </a:t>
            </a:r>
            <a:r>
              <a:rPr lang="ru-RU" dirty="0" smtClean="0"/>
              <a:t>объем</a:t>
            </a:r>
            <a:r>
              <a:rPr lang="ru-RU" dirty="0"/>
              <a:t>, </a:t>
            </a:r>
            <a:r>
              <a:rPr lang="ru-RU" dirty="0" smtClean="0"/>
              <a:t>рейтинг</a:t>
            </a:r>
            <a:r>
              <a:rPr lang="ru-RU" dirty="0"/>
              <a:t>;</a:t>
            </a:r>
          </a:p>
          <a:p>
            <a:r>
              <a:rPr lang="ru-RU" dirty="0"/>
              <a:t>Сортировка: </a:t>
            </a:r>
            <a:r>
              <a:rPr lang="ru-RU" dirty="0" smtClean="0"/>
              <a:t>по </a:t>
            </a:r>
            <a:r>
              <a:rPr lang="ru-RU" dirty="0"/>
              <a:t>популярности, </a:t>
            </a:r>
            <a:r>
              <a:rPr lang="ru-RU" dirty="0" smtClean="0"/>
              <a:t>по </a:t>
            </a:r>
            <a:r>
              <a:rPr lang="ru-RU" dirty="0"/>
              <a:t>цене (возрастание/убывание), </a:t>
            </a:r>
            <a:r>
              <a:rPr lang="ru-RU" dirty="0" smtClean="0"/>
              <a:t>новинки</a:t>
            </a:r>
            <a:r>
              <a:rPr lang="ru-RU" dirty="0"/>
              <a:t>;</a:t>
            </a:r>
          </a:p>
          <a:p>
            <a:r>
              <a:rPr lang="ru-RU" dirty="0" smtClean="0"/>
              <a:t>Переключение страниц;</a:t>
            </a:r>
            <a:endParaRPr lang="ru-RU" dirty="0"/>
          </a:p>
          <a:p>
            <a:r>
              <a:rPr lang="ru-RU" dirty="0"/>
              <a:t>Отображение меток на товарах </a:t>
            </a:r>
            <a:r>
              <a:rPr lang="ru-RU" dirty="0" smtClean="0"/>
              <a:t>("Хит", "Новинка", 1+1=3").</a:t>
            </a:r>
          </a:p>
          <a:p>
            <a:pPr marL="0" indent="0">
              <a:buNone/>
            </a:pPr>
            <a:r>
              <a:rPr lang="ru-RU" b="1" dirty="0" smtClean="0"/>
              <a:t>Корзина и Оформление заказа</a:t>
            </a:r>
          </a:p>
          <a:p>
            <a:r>
              <a:rPr lang="ru-RU" dirty="0" smtClean="0"/>
              <a:t>Изменение </a:t>
            </a:r>
            <a:r>
              <a:rPr lang="ru-RU" dirty="0"/>
              <a:t>количества товара в </a:t>
            </a:r>
            <a:r>
              <a:rPr lang="ru-RU" dirty="0" smtClean="0"/>
              <a:t>корзине;</a:t>
            </a:r>
          </a:p>
          <a:p>
            <a:r>
              <a:rPr lang="ru-RU" dirty="0" smtClean="0"/>
              <a:t>Удаление </a:t>
            </a:r>
            <a:r>
              <a:rPr lang="ru-RU" dirty="0"/>
              <a:t>товара из </a:t>
            </a:r>
            <a:r>
              <a:rPr lang="ru-RU" dirty="0" smtClean="0"/>
              <a:t>корзины;</a:t>
            </a:r>
            <a:endParaRPr lang="ru-RU" dirty="0"/>
          </a:p>
          <a:p>
            <a:r>
              <a:rPr lang="ru-RU" dirty="0"/>
              <a:t>Применение </a:t>
            </a:r>
            <a:r>
              <a:rPr lang="ru-RU" dirty="0" err="1"/>
              <a:t>промокода</a:t>
            </a:r>
            <a:r>
              <a:rPr lang="ru-RU" dirty="0"/>
              <a:t> </a:t>
            </a:r>
            <a:r>
              <a:rPr lang="ru-RU" dirty="0" smtClean="0"/>
              <a:t>;</a:t>
            </a:r>
          </a:p>
          <a:p>
            <a:r>
              <a:rPr lang="ru-RU" dirty="0" smtClean="0"/>
              <a:t>Выбор </a:t>
            </a:r>
            <a:r>
              <a:rPr lang="ru-RU" dirty="0"/>
              <a:t>способа получения: Доставка курьером / Самовывоз из магазина.</a:t>
            </a:r>
          </a:p>
          <a:p>
            <a:r>
              <a:rPr lang="ru-RU" dirty="0"/>
              <a:t>Выбор способа </a:t>
            </a:r>
            <a:r>
              <a:rPr lang="ru-RU" dirty="0" smtClean="0"/>
              <a:t>оплаты;</a:t>
            </a:r>
          </a:p>
          <a:p>
            <a:r>
              <a:rPr lang="ru-RU" dirty="0" smtClean="0"/>
              <a:t>Ввод </a:t>
            </a:r>
            <a:r>
              <a:rPr lang="ru-RU" dirty="0"/>
              <a:t>данных покупателя </a:t>
            </a:r>
            <a:r>
              <a:rPr lang="ru-RU" dirty="0" smtClean="0"/>
              <a:t>;</a:t>
            </a:r>
          </a:p>
          <a:p>
            <a:r>
              <a:rPr lang="ru-RU" dirty="0" smtClean="0"/>
              <a:t>Оформление </a:t>
            </a:r>
            <a:r>
              <a:rPr lang="ru-RU" dirty="0"/>
              <a:t>заказа без </a:t>
            </a:r>
            <a:r>
              <a:rPr lang="ru-RU" dirty="0" smtClean="0"/>
              <a:t>регистрации;</a:t>
            </a:r>
          </a:p>
          <a:p>
            <a:pPr marL="0" indent="0">
              <a:buNone/>
            </a:pPr>
            <a:r>
              <a:rPr lang="ru-RU" b="1" dirty="0" smtClean="0"/>
              <a:t>Карточка </a:t>
            </a:r>
            <a:r>
              <a:rPr lang="ru-RU" b="1" dirty="0"/>
              <a:t>товара</a:t>
            </a:r>
          </a:p>
          <a:p>
            <a:r>
              <a:rPr lang="ru-RU" dirty="0" smtClean="0"/>
              <a:t>Изображения товаров (приближение, </a:t>
            </a:r>
            <a:r>
              <a:rPr lang="ru-RU" dirty="0"/>
              <a:t>переключение фото).</a:t>
            </a:r>
          </a:p>
          <a:p>
            <a:r>
              <a:rPr lang="ru-RU" dirty="0"/>
              <a:t>Выбор вариаций (объём, цвет), изменение цены.</a:t>
            </a:r>
            <a:endParaRPr lang="ru-RU" dirty="0"/>
          </a:p>
          <a:p>
            <a:r>
              <a:rPr lang="ru-RU" dirty="0"/>
              <a:t>Кнопка "В корзину" (товар добавляется, счетчик обновляется).</a:t>
            </a:r>
          </a:p>
          <a:p>
            <a:r>
              <a:rPr lang="ru-RU" dirty="0"/>
              <a:t>Кнопка "В избранное" (работает без авторизации и с ней).</a:t>
            </a:r>
          </a:p>
          <a:p>
            <a:r>
              <a:rPr lang="ru-RU" dirty="0"/>
              <a:t>Отображение наличия в ближайших магазинах (при выбранном городе).</a:t>
            </a:r>
          </a:p>
          <a:p>
            <a:r>
              <a:rPr lang="ru-RU" dirty="0"/>
              <a:t>Описание, состав, способ применения.</a:t>
            </a:r>
          </a:p>
          <a:p>
            <a:r>
              <a:rPr lang="ru-RU" dirty="0"/>
              <a:t>Раздел «С этим покупают» или «Похожие товары» 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Отзывы </a:t>
            </a:r>
            <a:r>
              <a:rPr lang="ru-RU" dirty="0"/>
              <a:t>о товаре (публикация, </a:t>
            </a:r>
            <a:r>
              <a:rPr lang="ru-RU" dirty="0" smtClean="0"/>
              <a:t>оценка).</a:t>
            </a:r>
            <a:endParaRPr lang="ru-RU" dirty="0"/>
          </a:p>
          <a:p>
            <a:pPr marL="0" indent="0">
              <a:buNone/>
            </a:pPr>
            <a:r>
              <a:rPr lang="ru-RU" b="1" dirty="0" smtClean="0"/>
              <a:t>Мобильная </a:t>
            </a:r>
            <a:r>
              <a:rPr lang="ru-RU" b="1" dirty="0"/>
              <a:t>версия и Производительность</a:t>
            </a:r>
          </a:p>
          <a:p>
            <a:r>
              <a:rPr lang="ru-RU" dirty="0"/>
              <a:t>Корректное отображение </a:t>
            </a:r>
            <a:r>
              <a:rPr lang="ru-RU" dirty="0" smtClean="0"/>
              <a:t>меню;</a:t>
            </a:r>
          </a:p>
          <a:p>
            <a:r>
              <a:rPr lang="ru-RU" dirty="0" smtClean="0"/>
              <a:t>Удобство </a:t>
            </a:r>
            <a:r>
              <a:rPr lang="ru-RU" dirty="0"/>
              <a:t>нажатия кнопок </a:t>
            </a:r>
            <a:r>
              <a:rPr lang="ru-RU" dirty="0" smtClean="0"/>
              <a:t>;</a:t>
            </a:r>
          </a:p>
          <a:p>
            <a:r>
              <a:rPr lang="ru-RU" dirty="0" smtClean="0"/>
              <a:t>Скорость </a:t>
            </a:r>
            <a:r>
              <a:rPr lang="ru-RU" dirty="0"/>
              <a:t>загрузки страниц 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1192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5395</TotalTime>
  <Words>760</Words>
  <Application>Microsoft Office PowerPoint</Application>
  <PresentationFormat>Экран (4:3)</PresentationFormat>
  <Paragraphs>85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Дипломная работа-презентация</vt:lpstr>
      <vt:lpstr>Немного о себе </vt:lpstr>
      <vt:lpstr>Тест-план</vt:lpstr>
      <vt:lpstr>Чек-лист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</dc:title>
  <dc:creator>FadeevaQA</dc:creator>
  <cp:lastModifiedBy>FadeevaQA</cp:lastModifiedBy>
  <cp:revision>18</cp:revision>
  <dcterms:created xsi:type="dcterms:W3CDTF">2026-03-21T18:07:38Z</dcterms:created>
  <dcterms:modified xsi:type="dcterms:W3CDTF">2026-03-29T06:43:45Z</dcterms:modified>
</cp:coreProperties>
</file>